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AI Agents for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From EMG Signals to Intelligent Prosthetic Hand Control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Hands-on Engineering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The Engineering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How can a machine understand what a human muscle intends to do?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EMG signal → muscle activity → human intention → prosthetic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What Is EMG?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Electromyography (EMG) captures electrical activity produced by muscles.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Electrodes → electrical signal → sampled waveform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Today we will use a simulated EMG signal so the complete agent pipeline can run locally.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From Raw Signal to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Raw EMG is noisy and difficult to interpret directly.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Signal processing gives us measurable features: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RMS — signal power / activity level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MAV — average absolute amplitude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Activation window — when the muscle is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Hands-on Lab 1 — Analyze EMG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Run: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python 03_emg_tool.py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Observe: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Raw EMG waveform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Windowed RMS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Activation start/end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RMS and MAV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Question: What changes when the muscle becomes active?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The Missing 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Measuring muscle activity is not enough.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The system needs to convert measurements into an intention: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REST → REST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OPEN → OPEN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CLOSE → CLOSE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That is our gesture-classification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Hands-on Lab 2 — Gesture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Run: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python 05_emg_gesture_tool.py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The tool generates three reproducible EMG patterns and classifies them using RMS.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REST → REST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OPEN → OPEN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CLOSE →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From Software to Actuator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Now we need something that responds to the decision.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Run: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python 04_prosthetic_hand.py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Try: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OPEN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CLOSE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REST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This is our virtual prosthetic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What Is an AI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An LLM alone mainly generates responses.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An AI agent can: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Observe information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Reason about it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Choose what to do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Use tools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Take an action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Continue the loop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AI Agent = Brain + Tools + Decision +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Anatomy of Our Biomedical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Brain: Gemma 4 running locally with Ollama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Biomedical tools: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EMG analysis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Gesture classification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Prosthetic-hand control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Environment: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Virtual prosthetic hand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Everything runs locally on the student's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The Agentic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OBSERVE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ANALYZE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DECIDE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ACT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OBSERVE AGAIN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The important difference: the AI is part of a system that can make a decision and trigger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Hands-on Lab 3 — First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Run: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python 06_biomedical_ai_agent.py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Watch the complete flow: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EMG → analysis → gesture → AI decision → hand action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Look for the final hand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Hands-on Lab 4 — Give the System a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Run: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python 07_true_biomedical_agent.py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The system sends measured biomedical results to Gemma and asks the AI agent to decide: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REST / OPEN / CLOSE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Then the selected action is executed by the simulator.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Complete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HUMAN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MUSCLE ACTIVITY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EMG SIGNAL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SIGNAL PROCESSING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GESTURE / INTENTION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AI AGENT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DECISION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PROSTHETIC HAND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A complete perception → decision → action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Why Use an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Traditional fixed pipeline: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Signal → fixed rule → action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Agentic pipeline: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Observe → reason → choose → use tools → act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The agent becomes useful when the system has multiple tools, changing context, or multiple possible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latin typeface="Aptos Display"/>
              </a:defRPr>
            </a:pPr>
            <a:r>
              <a:t>Student Challenge + Safety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Challenge: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Add GRIP as a new gesture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Add a new actuator behavior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Design a real EMG sensor architecture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latin typeface="Aptos"/>
              </a:defRPr>
            </a:pPr>
            <a:r>
              <a:t>Discussion: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Would you let an AI agent control a real prosthetic device?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Consider human oversight, fail-safe behavior, false positives, latency, validation and regulation.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The future isn't just AI that answers. It's AI that can perceive, reason, use tools and act —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